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销售额（万元）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上期</c:v>
                </c:pt>
                <c:pt idx="1">
                  <c:v>本期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100.0</c:v>
                </c:pt>
                <c:pt idx="1">
                  <c:v>90.0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业务汇报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模拟数据 · 结论来自业务数据.xlsx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本期销售额为90万元。较上期下降10%。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本期销售额未超过120万元。</a:t>
            </a:r>
          </a:p>
        </p:txBody>
      </p:sp>
      <p:pic>
        <p:nvPicPr>
          <p:cNvPr id="4" name="Picture 3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609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产品与预算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A产品销量最高。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支出未超过预算。</a:t>
            </a:r>
          </a:p>
          <a:p>
            <a:pPr>
              <a:spcAft>
                <a:spcPts val="2600"/>
              </a:spcAft>
            </a:pPr>
            <a:r>
              <a:rPr sz="2400">
                <a:latin typeface="Microsoft YaHei"/>
              </a:rPr>
              <a:t>此处为人工补充的说明，保持不变。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latin typeface="Microsoft YaHei"/>
              </a:rPr>
              <a:t>销售额对比  单位万元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10058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