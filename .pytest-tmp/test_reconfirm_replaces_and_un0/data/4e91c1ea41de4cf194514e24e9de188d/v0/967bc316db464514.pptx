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销售额（万元）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模拟数据 · 结论来自业务数据.xlsx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本期销售额为125万元。较上期增长25%。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本期销售额超过120万元。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09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产品与预算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A产品销量最高。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支出未超过预算。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此处为人工补充的说明，保持不变。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销售额对比  单位万元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058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