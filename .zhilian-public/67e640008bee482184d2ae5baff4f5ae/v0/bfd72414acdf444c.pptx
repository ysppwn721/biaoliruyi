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销售额（万元）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上期</c:v>
                </c:pt>
                <c:pt idx="1">
                  <c:v>本期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Microsoft YaHei"/>
              </a:rPr>
              <a:t>业务汇报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模拟数据 · 结论来自业务数据.xlsx</a:t>
            </a:r>
          </a:p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本期销售额为125万元。较上期增长25%。</a:t>
            </a:r>
          </a:p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本期销售额超过120万元。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Microsoft YaHei"/>
              </a:rPr>
              <a:t>产品与预算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A产品销量最高。</a:t>
            </a:r>
          </a:p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支出未超过预算。</a:t>
            </a:r>
          </a:p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此处为人工补充的说明，保持不变。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Microsoft YaHei"/>
              </a:rPr>
              <a:t>销售额对比  单位万元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554480"/>
          <a:ext cx="100584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